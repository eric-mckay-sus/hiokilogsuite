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807" r:id="rId3"/>
    <p:sldId id="2808" r:id="rId4"/>
    <p:sldId id="2809" r:id="rId5"/>
    <p:sldId id="2810" r:id="rId6"/>
    <p:sldId id="2811" r:id="rId7"/>
    <p:sldId id="2812" r:id="rId8"/>
    <p:sldId id="2813" r:id="rId9"/>
    <p:sldId id="281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6322"/>
    <a:srgbClr val="BF2115"/>
    <a:srgbClr val="8C1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9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90DC49-5E56-4663-BD73-6254BEC8D958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1CF8D7-B076-43C3-BFB0-F1A9323A5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9094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DE8C5-5A19-1B96-306F-6AF4828079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17C461-4C20-8869-871E-B5400B8B68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B8A82-4B3C-32AF-60E6-F823D0730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5C46B-E48E-DF20-B602-DE88FB206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EE5743-8524-0603-1138-452F41FC4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57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16E11-5F87-4491-6D5C-528520CB0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57C95-6675-FF55-36AE-5EEA42313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47A78-ED9B-C900-C4FD-30005FE2D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6315F-B814-DC5F-E961-BDECA1CDE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96B70-B5B5-D316-E181-C9CD968FD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456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1592D-531C-BD44-A180-1BE6F1D42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DB949A-9177-A81A-184B-60B55571C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CA427-B909-832B-C2C0-C58F094E2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ADC22-5746-E4D2-084B-217209051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A3203-E1C1-83C0-A787-4E04DD261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00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29DE8-3598-89F6-89E0-A4AB4A0E2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3242" y="225156"/>
            <a:ext cx="7007289" cy="67990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B4742-6A63-D0FF-168E-45D01BDC4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9249" y="933061"/>
            <a:ext cx="5187820" cy="52439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96B563-378E-3C17-C501-1A3FD85C9D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23249" y="933061"/>
            <a:ext cx="6040016" cy="52439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37F973-CB61-47FC-CA63-982F96A5D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8760D3-C39F-4961-3DC7-3CCD27F0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4141F6-A0BF-1909-79DC-940586CFA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28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70835-AF5A-3D95-BDDE-D26D8AE4C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6834" y="215838"/>
            <a:ext cx="8780106" cy="82391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D79718-38B4-3C4B-257A-4DE3C7AD9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258" y="813416"/>
            <a:ext cx="5736318" cy="502200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918D50-72EA-330C-8E10-361E0DAFE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61258" y="1315615"/>
            <a:ext cx="5736318" cy="48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7128F8-B2FF-B714-D95F-8781E76D47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199" y="813416"/>
            <a:ext cx="5612363" cy="502200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73D32-9F8F-7514-7E26-AF0D8754CB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4426" y="1315614"/>
            <a:ext cx="5612363" cy="48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9DA126-B99B-A1CF-ABCC-AFAB89F35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02FC3B-F495-1301-4445-3ABC36D91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060DA4-40D9-55F9-56FE-D5D821C4F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99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BFFF8-AD45-9480-41DC-551DBE82D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EF5916-BF3C-CC0D-309B-70371AA2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2996AB-E27F-CDD2-51BD-9F075E5CB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6F9E74-68F7-DBF7-BF1E-DEAE8CC01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A1A8039-3853-1B57-CEC2-9744CD5727D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4975" y="988743"/>
            <a:ext cx="2695772" cy="2142773"/>
          </a:xfrm>
          <a:custGeom>
            <a:avLst/>
            <a:gdLst>
              <a:gd name="connsiteX0" fmla="*/ 535694 w 2695772"/>
              <a:gd name="connsiteY0" fmla="*/ 0 h 2142773"/>
              <a:gd name="connsiteX1" fmla="*/ 2160080 w 2695772"/>
              <a:gd name="connsiteY1" fmla="*/ 0 h 2142773"/>
              <a:gd name="connsiteX2" fmla="*/ 2695772 w 2695772"/>
              <a:gd name="connsiteY2" fmla="*/ 1071386 h 2142773"/>
              <a:gd name="connsiteX3" fmla="*/ 2160079 w 2695772"/>
              <a:gd name="connsiteY3" fmla="*/ 2142773 h 2142773"/>
              <a:gd name="connsiteX4" fmla="*/ 535694 w 2695772"/>
              <a:gd name="connsiteY4" fmla="*/ 2142773 h 2142773"/>
              <a:gd name="connsiteX5" fmla="*/ 0 w 2695772"/>
              <a:gd name="connsiteY5" fmla="*/ 1071386 h 2142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95772" h="2142773">
                <a:moveTo>
                  <a:pt x="535694" y="0"/>
                </a:moveTo>
                <a:lnTo>
                  <a:pt x="2160080" y="0"/>
                </a:lnTo>
                <a:lnTo>
                  <a:pt x="2695772" y="1071386"/>
                </a:lnTo>
                <a:lnTo>
                  <a:pt x="2160079" y="2142773"/>
                </a:lnTo>
                <a:lnTo>
                  <a:pt x="535694" y="2142773"/>
                </a:lnTo>
                <a:lnTo>
                  <a:pt x="0" y="1071386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C70CC3A-52A8-9373-EB87-CCECF48BFC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8710" y="911379"/>
            <a:ext cx="5048315" cy="52934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E27E389A-46CB-1C2E-6356-93E609ADA8C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696096" y="2153439"/>
            <a:ext cx="2695772" cy="2142773"/>
          </a:xfrm>
          <a:custGeom>
            <a:avLst/>
            <a:gdLst>
              <a:gd name="connsiteX0" fmla="*/ 535694 w 2695772"/>
              <a:gd name="connsiteY0" fmla="*/ 0 h 2142773"/>
              <a:gd name="connsiteX1" fmla="*/ 2160080 w 2695772"/>
              <a:gd name="connsiteY1" fmla="*/ 0 h 2142773"/>
              <a:gd name="connsiteX2" fmla="*/ 2695772 w 2695772"/>
              <a:gd name="connsiteY2" fmla="*/ 1071386 h 2142773"/>
              <a:gd name="connsiteX3" fmla="*/ 2160079 w 2695772"/>
              <a:gd name="connsiteY3" fmla="*/ 2142773 h 2142773"/>
              <a:gd name="connsiteX4" fmla="*/ 535694 w 2695772"/>
              <a:gd name="connsiteY4" fmla="*/ 2142773 h 2142773"/>
              <a:gd name="connsiteX5" fmla="*/ 0 w 2695772"/>
              <a:gd name="connsiteY5" fmla="*/ 1071386 h 2142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95772" h="2142773">
                <a:moveTo>
                  <a:pt x="535694" y="0"/>
                </a:moveTo>
                <a:lnTo>
                  <a:pt x="2160080" y="0"/>
                </a:lnTo>
                <a:lnTo>
                  <a:pt x="2695772" y="1071386"/>
                </a:lnTo>
                <a:lnTo>
                  <a:pt x="2160079" y="2142773"/>
                </a:lnTo>
                <a:lnTo>
                  <a:pt x="535694" y="2142773"/>
                </a:lnTo>
                <a:lnTo>
                  <a:pt x="0" y="1071386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76D0469-9CB9-705F-ADF6-9365FC788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88320" y="3261556"/>
            <a:ext cx="2695772" cy="2142773"/>
          </a:xfrm>
          <a:custGeom>
            <a:avLst/>
            <a:gdLst>
              <a:gd name="connsiteX0" fmla="*/ 535694 w 2695772"/>
              <a:gd name="connsiteY0" fmla="*/ 0 h 2142773"/>
              <a:gd name="connsiteX1" fmla="*/ 2160080 w 2695772"/>
              <a:gd name="connsiteY1" fmla="*/ 0 h 2142773"/>
              <a:gd name="connsiteX2" fmla="*/ 2695772 w 2695772"/>
              <a:gd name="connsiteY2" fmla="*/ 1071386 h 2142773"/>
              <a:gd name="connsiteX3" fmla="*/ 2160079 w 2695772"/>
              <a:gd name="connsiteY3" fmla="*/ 2142773 h 2142773"/>
              <a:gd name="connsiteX4" fmla="*/ 535694 w 2695772"/>
              <a:gd name="connsiteY4" fmla="*/ 2142773 h 2142773"/>
              <a:gd name="connsiteX5" fmla="*/ 0 w 2695772"/>
              <a:gd name="connsiteY5" fmla="*/ 1071386 h 2142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95772" h="2142773">
                <a:moveTo>
                  <a:pt x="535694" y="0"/>
                </a:moveTo>
                <a:lnTo>
                  <a:pt x="2160080" y="0"/>
                </a:lnTo>
                <a:lnTo>
                  <a:pt x="2695772" y="1071386"/>
                </a:lnTo>
                <a:lnTo>
                  <a:pt x="2160079" y="2142773"/>
                </a:lnTo>
                <a:lnTo>
                  <a:pt x="535694" y="2142773"/>
                </a:lnTo>
                <a:lnTo>
                  <a:pt x="0" y="1071386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18505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E5D8B-754D-04A1-62D4-E00DE7566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9CD3E-2ED7-A31B-42BA-2BF3DE204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B18C08-8E1C-0D34-394D-FAB4F50BFA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C58DDE-6A55-5071-14AB-45BAFFC2B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3DBAC-025A-E3A5-0160-13A49176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592EB1-24D7-2ED0-FF10-A17143986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656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5D3064-AD0E-44B8-A1FD-C9C8294B3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4580" y="225156"/>
            <a:ext cx="7007289" cy="6799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920840-FF82-AFD6-0E92-5191E0F41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798" y="1063690"/>
            <a:ext cx="11775386" cy="52366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B20262-5C22-1B22-F590-B21510489A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9A6F5A-3024-43F4-A20E-288FCAB0A2E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30A65-5A1D-597B-31D3-E9ADC4F97E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7051A-5A19-BFB8-4804-DAF4136C41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D217C2-53E7-CA69-B787-B849C2D7649B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270439" y="178333"/>
            <a:ext cx="1819615" cy="73109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F4A335-5B64-1815-BD75-26B3B05EC4F6}"/>
              </a:ext>
            </a:extLst>
          </p:cNvPr>
          <p:cNvCxnSpPr/>
          <p:nvPr userDrawn="1"/>
        </p:nvCxnSpPr>
        <p:spPr>
          <a:xfrm>
            <a:off x="2192694" y="853443"/>
            <a:ext cx="96851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5805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2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10000" y="4837094"/>
            <a:ext cx="6858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err="1">
                <a:solidFill>
                  <a:srgbClr val="1024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Hioki</a:t>
            </a:r>
            <a:r>
              <a:rPr lang="en-US" sz="2800" b="1" dirty="0">
                <a:solidFill>
                  <a:srgbClr val="1024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ICT Database search application</a:t>
            </a:r>
          </a:p>
          <a:p>
            <a:pPr algn="ctr"/>
            <a:r>
              <a:rPr lang="en-US" sz="2800" b="1" dirty="0">
                <a:solidFill>
                  <a:srgbClr val="1024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 (2026.02.26)</a:t>
            </a:r>
          </a:p>
        </p:txBody>
      </p:sp>
    </p:spTree>
    <p:extLst>
      <p:ext uri="{BB962C8B-B14F-4D97-AF65-F5344CB8AC3E}">
        <p14:creationId xmlns:p14="http://schemas.microsoft.com/office/powerpoint/2010/main" val="1626821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08E0A-92CC-03AA-E9FC-0AE175DD5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Quick Start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E49DF40-3778-E2A9-4AFA-EF84ACA69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1648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4ADD1-DBFD-D4FC-AC04-0D5A4ACA0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7534C-EF61-6C76-F758-B183185B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Quick Start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EB6AD01-E46A-4194-84CE-2D70E4299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292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67857-5705-5233-8621-600012F82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F45F-3A8D-00CD-7E8B-3230BFA26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Quick Start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F28CD59-700F-65FC-61D8-4FC673B7C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570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A2C12-BC6F-E862-6846-3FB131E36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E5247-CFC6-1974-8A97-D7C60B7DB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Quick Start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5676353-DCD9-6CFC-98AF-DEA5EBD5D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728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C3669-D863-6864-1A21-1202733B6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F53FA-3658-1012-7C1F-DB01C0914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Quick Start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11D90AF-9989-6E31-F70B-04F9D8174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035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966AC-DF68-1371-1B89-51E8378E5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73A6-6A21-2356-F7BC-C395C4327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Quick Start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6C4AF47-B8CE-586E-DB19-78DFE0FC08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325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C5437-B032-46BE-8C6E-92FB7ED12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48448-01BA-59FB-D8F3-BAA926C19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Quick Start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0EBE455-8651-5655-F131-403D92777A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215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6002A-A2B2-CA74-F8AF-22DB7930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E7446-6175-F6B0-BCCC-4B4B1639D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Quick Start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C38B5A1-0BF0-3EB7-30CB-6D24B8EEF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0975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6839B491-29C4-40FE-B7E5-6C2ED8488D26}" vid="{BF49CCC8-C85E-4EC7-A8B6-D0BBC1EE539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TMM Presentation Template</Template>
  <TotalTime>14616</TotalTime>
  <Words>25</Words>
  <Application>Microsoft Office PowerPoint</Application>
  <PresentationFormat>Widescreen</PresentationFormat>
  <Paragraphs>10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Courier New</vt:lpstr>
      <vt:lpstr>Wingdings</vt:lpstr>
      <vt:lpstr>Office Theme</vt:lpstr>
      <vt:lpstr>PowerPoint Presentation</vt:lpstr>
      <vt:lpstr>Quick Start</vt:lpstr>
      <vt:lpstr>Quick Start</vt:lpstr>
      <vt:lpstr>Quick Start</vt:lpstr>
      <vt:lpstr>Quick Start</vt:lpstr>
      <vt:lpstr>Quick Start</vt:lpstr>
      <vt:lpstr>Quick Start</vt:lpstr>
      <vt:lpstr>Quick Start</vt:lpstr>
      <vt:lpstr>Quick Start</vt:lpstr>
    </vt:vector>
  </TitlesOfParts>
  <Company>Office365 Base Installer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 &amp; Safety  Announcements</dc:title>
  <dc:creator>Wendy Cromer</dc:creator>
  <cp:lastModifiedBy>Eric McKay</cp:lastModifiedBy>
  <cp:revision>620</cp:revision>
  <dcterms:created xsi:type="dcterms:W3CDTF">2024-08-13T13:38:02Z</dcterms:created>
  <dcterms:modified xsi:type="dcterms:W3CDTF">2026-02-26T18:57:26Z</dcterms:modified>
</cp:coreProperties>
</file>